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25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8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4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50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58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69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9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7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62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583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0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88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665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364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D59E5DC-3D54-4B39-A549-CFA70F7CD2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3F0968-B642-4FA4-8B5E-9738E379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6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1B2F-59CB-4080-3F9A-182CA2C2A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2788"/>
            <a:ext cx="9144000" cy="235633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UGANDA INSTITUTE OF INFORMATION AND COMMUNICATION TECHNOLOGY</a:t>
            </a:r>
            <a:b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19D9C-0F19-1578-81C8-8E2675B49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2356" y="3221501"/>
            <a:ext cx="7906043" cy="2082019"/>
          </a:xfrm>
        </p:spPr>
        <p:txBody>
          <a:bodyPr>
            <a:normAutofit fontScale="85000" lnSpcReduction="10000"/>
          </a:bodyPr>
          <a:lstStyle/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PHARMA-CONNECT: A PHARMACEUTICAL DELIVERY MOBILE APPLICATION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DEPARTMENT OF ICT AND ENGINEERING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SUPERVISOR: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EDISON NKURUNUNGI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6B277-B68D-5412-6A39-6013E8A5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828" y="534572"/>
            <a:ext cx="1899138" cy="1716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8865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3A1A-05FD-425F-D05D-3BC03510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43492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PROJECT CODE : 68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C857FE-C5E5-E13F-46E3-FC02F3027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669439"/>
              </p:ext>
            </p:extLst>
          </p:nvPr>
        </p:nvGraphicFramePr>
        <p:xfrm>
          <a:off x="1266092" y="1825624"/>
          <a:ext cx="983331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659">
                  <a:extLst>
                    <a:ext uri="{9D8B030D-6E8A-4147-A177-3AD203B41FA5}">
                      <a16:colId xmlns:a16="http://schemas.microsoft.com/office/drawing/2014/main" val="2348430658"/>
                    </a:ext>
                  </a:extLst>
                </a:gridCol>
                <a:gridCol w="4916659">
                  <a:extLst>
                    <a:ext uri="{9D8B030D-6E8A-4147-A177-3AD203B41FA5}">
                      <a16:colId xmlns:a16="http://schemas.microsoft.com/office/drawing/2014/main" val="3472196250"/>
                    </a:ext>
                  </a:extLst>
                </a:gridCol>
              </a:tblGrid>
              <a:tr h="591372">
                <a:tc>
                  <a:txBody>
                    <a:bodyPr/>
                    <a:lstStyle/>
                    <a:p>
                      <a:r>
                        <a:rPr lang="en-US" dirty="0"/>
                        <a:t>OKITOI SAM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2024/ITB/WKD/1481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395594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KASIRYE ALFRED SEMPAGI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2024/ITB/WKD/0724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992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NANKUNDA OLIVIOUS 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2024/ITB/WKD/0681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452911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NAMWANGA DAISY 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2024/ITB/WKD/1864/G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259236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MUKWAYA ANDREW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2024/ITB/WKD/1402/G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133366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ACEKO MAUREEN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2024/ITD/WKD/0727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52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03D9-7025-DA1B-C104-A3195FF49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94558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03372-D617-0061-EA16-417485DCB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981" y="2405575"/>
            <a:ext cx="7230793" cy="2303585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PHARMA-CONNECT: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PHARMACEUTICAL DELIVERY MOBILE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0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A783-0225-832E-DDDA-F1CE6115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01413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8848A-48D0-595F-880E-9F67B3C9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813538"/>
            <a:ext cx="9601196" cy="3062330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Patients face difficulties accessing medicines due to manual processes.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Pharmacies have no real-time tracking or efficient logistics systems.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 Paper-based prescriptions and deliveries are prone to errors and data loss.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result: slow service, uncertainty, and poor customer satisfaction.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Existing Interventions: While mobile apps exist for various services, and informal orders happen via phone/WhatsApp, these are fragmented and non-specialized.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Gap: There is a scarcity of integrated digital platforms dedicated to solving these specific pharmaceutical delivery challenges.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50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B534-1FC7-D7D8-9C2A-4E53241CF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0672"/>
            <a:ext cx="10515600" cy="844060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945B-76B0-F18D-28BD-13FC7D82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8123"/>
            <a:ext cx="10515600" cy="3995226"/>
          </a:xfrm>
        </p:spPr>
        <p:txBody>
          <a:bodyPr>
            <a:normAutofit fontScale="92500" lnSpcReduction="10000"/>
          </a:bodyPr>
          <a:lstStyle/>
          <a:p>
            <a:pPr marL="0" indent="0" fontAlgn="ctr">
              <a:buNone/>
            </a:pPr>
            <a:r>
              <a:rPr lang="en-US" dirty="0"/>
              <a:t> </a:t>
            </a:r>
          </a:p>
          <a:p>
            <a:pPr fontAlgn="ctr"/>
            <a:endParaRPr lang="en-US" dirty="0"/>
          </a:p>
          <a:p>
            <a:pPr fontAlgn="ctr"/>
            <a:r>
              <a:rPr lang="en-US" dirty="0"/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Geographical Scope: The study and pilot implementation are confined to Kampala District. </a:t>
            </a:r>
          </a:p>
          <a:p>
            <a:pPr font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Technical Scope: It will include a customer-facing mobile application for pharmacy administrators.</a:t>
            </a:r>
          </a:p>
          <a:p>
            <a:pPr font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Core functionalities include user authentication, prescription upload, order placement, basic inventory management, and order status tracking.</a:t>
            </a:r>
          </a:p>
          <a:p>
            <a:pPr font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Functional Boundaries: Deep integration with existing legacy Pharmacy Management Systems (PMS) or third-party APIs for live GPS tracking is explicitly beyond the scope of this initial prototype.</a:t>
            </a:r>
          </a:p>
        </p:txBody>
      </p:sp>
    </p:spTree>
    <p:extLst>
      <p:ext uri="{BB962C8B-B14F-4D97-AF65-F5344CB8AC3E}">
        <p14:creationId xmlns:p14="http://schemas.microsoft.com/office/powerpoint/2010/main" val="13294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31B7C-5C78-F9FD-B1FE-54575DE8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75596-BE2B-A6D3-1B2C-E6851114A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2" y="1406769"/>
            <a:ext cx="10297550" cy="5086106"/>
          </a:xfrm>
        </p:spPr>
      </p:pic>
    </p:spTree>
    <p:extLst>
      <p:ext uri="{BB962C8B-B14F-4D97-AF65-F5344CB8AC3E}">
        <p14:creationId xmlns:p14="http://schemas.microsoft.com/office/powerpoint/2010/main" val="345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900B-43A1-06AB-BD51-E254EAE9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ENTITY RELATIONSHIP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FE3D6-7C68-7C1C-BF9F-0D5DF31B4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9312"/>
            <a:ext cx="10515600" cy="4712676"/>
          </a:xfrm>
        </p:spPr>
      </p:pic>
    </p:spTree>
    <p:extLst>
      <p:ext uri="{BB962C8B-B14F-4D97-AF65-F5344CB8AC3E}">
        <p14:creationId xmlns:p14="http://schemas.microsoft.com/office/powerpoint/2010/main" val="17440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9353-2821-A7C8-425A-76A9F782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72198"/>
            <a:ext cx="9601196" cy="548640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 FLOW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B3DA63-CF0D-F004-D1B2-57E7EF408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8" y="1842868"/>
            <a:ext cx="10874326" cy="4346916"/>
          </a:xfrm>
        </p:spPr>
      </p:pic>
    </p:spTree>
    <p:extLst>
      <p:ext uri="{BB962C8B-B14F-4D97-AF65-F5344CB8AC3E}">
        <p14:creationId xmlns:p14="http://schemas.microsoft.com/office/powerpoint/2010/main" val="5884857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</TotalTime>
  <Words>297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\     UGANDA INSTITUTE OF INFORMATION AND COMMUNICATION TECHNOLOGY </vt:lpstr>
      <vt:lpstr>PROJECT CODE : 68  BY </vt:lpstr>
      <vt:lpstr>PROJECT TITLE</vt:lpstr>
      <vt:lpstr>PROBLEM STATEMENT</vt:lpstr>
      <vt:lpstr>SCOPE</vt:lpstr>
      <vt:lpstr>DATA FLOW DIAGRAM</vt:lpstr>
      <vt:lpstr>ENTITY RELATIONSHIP DIAGRAM</vt:lpstr>
      <vt:lpstr>SYSTEM 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Okitoi</dc:creator>
  <cp:lastModifiedBy>Sam Okitoi</cp:lastModifiedBy>
  <cp:revision>2</cp:revision>
  <dcterms:created xsi:type="dcterms:W3CDTF">2026-04-17T18:35:32Z</dcterms:created>
  <dcterms:modified xsi:type="dcterms:W3CDTF">2026-04-17T19:44:32Z</dcterms:modified>
</cp:coreProperties>
</file>